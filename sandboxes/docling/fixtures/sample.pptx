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SYNTHETIC TEST DECK - NOT REAL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Fictional subtitle for Docling benchmarking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Fictional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bullet one</a:t>
            </a:r>
          </a:p>
          <a:p>
            <a:r>
              <a:t>Fictional bullet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